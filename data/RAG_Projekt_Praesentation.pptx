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KI-gestütztes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Dokumenten-Q&amp;A-System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RAG-Prototyp für die natürlichsprachliche Suche in internen Firmendokumenten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Nurangez Qurbonova   ·   Bewerberaufgabe / Prototyp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875520" y="822960"/>
            <a:ext cx="1554480" cy="1554480"/>
          </a:xfrm>
          <a:prstGeom prst="ellipse">
            <a:avLst/>
          </a:prstGeom>
          <a:solidFill>
            <a:srgbClr val="CADCFC">
              <a:alpha val="15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0" y="8229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Aufgabe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~5.000 interne Dokumente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 CSV, teils gescannte Zeichnungen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 stellen Fragen in natürlicher Sprache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Zeitrahmen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Wochen bis zur ersten Kunden-Demo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Leitfragen, die ich zuerst geklärt habe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stellt die Fragen – und wozu genau?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28803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„Demo“ hier: Proof-of-Concept statt Vollabdeckung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Dokumente zuerst – saubere Texte oder Sonderfälle?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48006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gehen wir mit Grenzen (OCR, Skalierung) ehrlich um?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RAG statt „alles ins Modell werfen“?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7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Kontextfenster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große LLMs verarbeiten pro Anfrage nur begrenzt Text – Millionen Wörter aus 5.000 Dokumenten passen nicht hinein.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7306E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2918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Anfrage müsste sonst den gesamten Bestand erneut „lesen“ – bei API-Modellen pro Token bezahlt.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7306E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19202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2918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 finden relevante Details schlechter, wenn sie in riesigem, irrelevantem Kontext vergraben sind.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reduziert den Kontext pro Anfrage auf die wenigen wirklich relevanten Text-Abschnitte.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 der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Word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CSV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10312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7180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7180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überlappende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Abschnitte teilen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0312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30352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Vektor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(mehrsprachig)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10312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3524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3524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Ähnlichkeitssuche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Treffer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210312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96696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6696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aus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generieren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verwaltet Nutzer &amp; Dokument-Metadaten, stellt die REST-API bereit   ·   </a:t>
            </a:r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das eigenständige Chat-Frontend, kommuniziert per fetch()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Technische Entscheidungen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pro Anfrage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(top_k, empirisch getestet)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5544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606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Sprachen abgedeckt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 mehrsprachiges Embedding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5544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606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Dateiformate unterstützt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Word · Excel · CSV · PPTX · TXT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2377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977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top_k = 6 statt 3?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891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Testen zeigte sich: die entscheidende Antwort steckte oft nicht im relevantesten, sondern im 4.–6. gefundenen Textabschnitt. Mit top_k=3 blieb sie außen vor, mit top_k=6 wurde sie zuverlässig gefunden – ein direkter, messbarer Effekt der Retrieval-Tiefe auf die Antwortqualität.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Herausforderung: gemischtsprachige Anfragen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27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„Who was the killer, answer in Russian“ lieferte falsche/keine Antwort – obwohl „Who was the killer“ allein zuverlässig funktionierte.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Ursache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69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kleine Embedding-Modell vermischte Frage-Inhalt und Sprachanweisung in einem Vektor – die Suche „driftete“ von der eigentlichen Frage weg.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2860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21214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Wechsel auf ein größeres, explizit mehrsprachig trainiertes Embedding-Modell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33375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31729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Retrieval-Tiefe erhöht (top_k), um Ranking-Verschiebungen abzufedern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43891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42245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nächster Schritt: Sprachanweisung vor dem Retrieval von der eigentlichen Suchanfrage trennen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heute – bewusste Grenzen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6634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Funktioniert bereits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671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End-to-End-Pipeline: Frage → Antwort, live getestet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Dateiformate (PDF, Word, Excel, CSV, PPTX, TXT)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644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Mehrsprachiges, robusteres Embedding-Modell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130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React-Frontend + Django-API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6168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Testdatensatz (Mitarbeiter/Kunden)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5349240" cy="4663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Bewusst zurückgestellt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1671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für gescannte Dokumente / Zeichnungen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7157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Rollenbasierte Zugriffskontrolle &amp; Login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2644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Persistenter Chatverlauf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81304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Produktions-Deployment (aktuell lokal)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36168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Automatisches Query-Cleaning vor Retrieval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Fragen &amp; Diskussion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Nurangez Qurbonova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875520" y="822960"/>
            <a:ext cx="1554480" cy="1554480"/>
          </a:xfrm>
          <a:prstGeom prst="ellipse">
            <a:avLst/>
          </a:prstGeom>
          <a:solidFill>
            <a:srgbClr val="CADCFC">
              <a:alpha val="15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0" y="8229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2026-09-13T10:56:04Z</dcterms:created>
  <dcterms:modified xsi:type="dcterms:W3CDTF">2026-09-13T10:56:04Z</dcterms:modified>
</cp:coreProperties>
</file>